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PLATFORM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Digital Wealth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· FCA &amp; BaFin Compliant · Institutional Grade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ADHOCON GmbH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£1.8T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wealth management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889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clients want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advisor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say tech limits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engagement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828800" cy="2011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increase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+ human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wealth management industry is ripe for disruption. Clients demand digital-first experiences while regulators demand institutional-grade compliance. Few platforms deliver both.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UNIVERSE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Account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Investment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Pensions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18872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Bond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Trusts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18872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&amp; Shares ISA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ISA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175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&amp; IHT Plans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Plans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Income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301752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Bonds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EIS/VCT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301752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Wellbeing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HYBRID ADVISORY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ASSISTANT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24/7 portfolio queries &amp; guidance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Proactive tax &amp; ISA reminders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KYC/AML screening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profiling &amp; suitability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Cross-sell recommendations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 generation &amp;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 ADVISOR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Complex planning &amp; strategy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Emotional &amp; relationship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Estate &amp; IHT structuring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Corporate employee guidance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High-net-worth bespoke service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Regulatory escalation handling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handoff between AI and human — full context preserved across every interaction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IDENTITY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Voiceprint enrollment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enrollment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matching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re-verification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liveness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+ Device trust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Knowledge-based fallback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step-up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FCA/BaFin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DUAL-JURISDICTION COMPLIANCE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FCA HANDBOOK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COBS — Conduct of Business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SYSC — Systems &amp; Controls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96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CASS — Client Assets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MCOB — Mortgage Conduct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Consumer Duty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UK GDPR / DPA 2018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 BAFIN REGULATION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KWG — Banking 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58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WpHG — Securities Trading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596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MaRisk — Risk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35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BAIT — IT Requirements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GwG — Anti-Money Laundering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EU GDPR / DSGVO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embedded in the architecture — not bolted on afterwards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LTV MAXIMISATION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Cross-Sell Engine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product gaps and life events to recommend upgrades (ISA→DFM, pension consolidation)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£3.2M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Attraction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platform licensed to independent advisors, expanding distribution and fee income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advisors target Y1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pension clients transition to personal advisory as wealth grows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conversion 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Engagement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proactive engagement reduces churn; biometric auth reduces friction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 retention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697480"/>
            <a:ext cx="768096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468880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platform, auth,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+ Pensions, AI MVP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4688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DFM, Bonds, advisor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biometrics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4688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planning,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corporate, integrations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International, 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mobile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24688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AI, referrals,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growth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build methodology reduces timelines by 40–60% vs. traditional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 Wealth Platform combines institutional-grade compliance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modern fintech experience — powered by AI.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657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ADHOCON GmbH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Rudolf Schüpferling, CEO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Enablement &amp; Regulatory Technology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Ludwigshafen, Germany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 Wealth Platform — Investor Pitch</dc:title>
  <dc:subject>PptxGenJS Presentation</dc:subject>
  <dc:creator>ADHOCON GmbH</dc:creator>
  <cp:lastModifiedBy>ADHOCON GmbH</cp:lastModifiedBy>
  <cp:revision>1</cp:revision>
  <dcterms:created xsi:type="dcterms:W3CDTF">2026-02-26T12:39:30Z</dcterms:created>
  <dcterms:modified xsi:type="dcterms:W3CDTF">2026-02-26T12:39:30Z</dcterms:modified>
</cp:coreProperties>
</file>